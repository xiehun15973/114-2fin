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2" r:id="rId8"/>
    <p:sldId id="261" r:id="rId9"/>
    <p:sldId id="260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3E42A-FED5-4823-B761-D9583CEB24A4}" v="3" dt="2026-06-24T08:38:12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F7F087-EFEC-4630-923F-B79818E20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002A8D6-7DB3-75FF-551A-173A0DF9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7530F6-6079-280B-7A9D-892F1744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1C9A98-9B07-9C9A-79B5-06D9544C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B30012-276D-4F66-AD6A-FBB7BA4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51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FDAF41-2B46-C7D4-03C7-E4EDB95C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47583-E4BC-7B4E-CBCD-2CA1B578E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E79B45-7668-2F80-A23A-323E945BB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59317F-3D0F-90C5-3F4C-5AA13DE6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A6F650-68BF-E07B-F845-B8056DE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09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74E01E-6CA5-F3C4-AE2C-E72AF55B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51431A-616C-FF66-5EB5-A416E04E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1C0D3B-5FA6-063E-6CC1-BB40EB2B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617D77-36A7-BA24-C14F-6501B7BE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2FC415-36C4-128D-46B7-2D3EDB95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5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F175E-CDE0-6F5A-8415-807C20C1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DE2805-DC1E-F6FF-0B5B-193B9C4DA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C5A3D9-7450-195B-54AC-747485130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1FF9EA-7E82-4DDF-9891-D0C7E9BD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19586C-14C4-316D-1F4E-CD98185B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616E28-6912-23D7-7209-B361A428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6469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64B0D-635C-EECE-1982-AC2A9A2F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CD90A-102C-F0BF-B4FE-074A4B91B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B422B0-BE2D-8F63-70E4-1B2B8A70E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2AEB9F-36ED-B4DE-4D4E-DDB5AFC0E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59D82F-7D86-FD11-43EF-63E8D9AF7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0F7457E-3F9D-2391-D43E-D74D0DB5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D8D36CB-F0F0-4E08-D11F-879AB0B9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04896C0-5695-3C4F-70D4-48A347EB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44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E2298-5313-D768-BF26-B36605A7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91FED6C-FCC7-08FE-5904-CC1438925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11DFBE-A4A5-F051-059A-1461511B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7AF686-7CCA-FC02-7848-C7D665A5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27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8AFA69-7869-C029-681F-1F8372F59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0D6D5CC-E9A7-B4EC-FEBC-7DE8C117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584891-C19B-7CEA-7803-63281080D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05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D1D8D7-DB45-C7AD-DBB3-E474CB80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FB3562-94D3-25FA-9420-A89749C8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5EB2E1-FECD-315B-8582-C9230215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D22D72-C964-0768-E6AB-BC69DC8E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987952-0CA7-1278-9B13-0C3A134A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76766D-F844-AB25-D992-14C30853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9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75F4A6-D3B8-4610-5CD3-2F15DD662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7D8795-CA6E-9B1C-B7C2-134876958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EC5714-8C51-4838-9818-B9541666F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33D5F8-1B05-0603-7258-54B0764D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BC407E-4DD7-1104-3289-9B3E72889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40B93C-E05E-758E-6DCD-F52DCCFF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62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F7911-34B4-9C2F-1865-4CFE81CC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BBAF5D-FC09-9275-7673-D89D9CCDF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688E55-513F-9BE6-FDD0-B4575C3E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BA7A21-EBEF-CDF6-8A82-4A3DDD6F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F5E170-7B94-354D-C291-9E5D6937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73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25EA5BE-C6A2-2B16-E093-602220717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864C1FF-6383-0293-4552-024DEEFCF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9DB35B-4383-02C4-7CF4-DF9C0323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F077D5-71B2-DE30-6188-89EB056B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376ED-6E8E-A72F-9565-E036A52B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22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49790A4-2237-E65E-9C35-81A2C389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7944A2-9339-4039-84FA-10C79724A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0D360-9FD0-E8E0-8AC3-EFEFDDE40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C70EE-695C-403D-B266-F0000754CA46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D07370-EF64-318C-66BC-E362C4E22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E04EE-87A4-EC37-BB8F-33813D1E7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61005-46CB-469B-BC8D-C9700C49C3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62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C7331D-ECA1-0FD0-7262-8870086E5C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 dirty="0"/>
              <a:t>台灣各地天氣與空氣品質儀表板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E7E688-4791-F741-7978-2F9F273922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製作者：張智舜</a:t>
            </a:r>
          </a:p>
        </p:txBody>
      </p:sp>
    </p:spTree>
    <p:extLst>
      <p:ext uri="{BB962C8B-B14F-4D97-AF65-F5344CB8AC3E}">
        <p14:creationId xmlns:p14="http://schemas.microsoft.com/office/powerpoint/2010/main" val="409011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0FC2F9-8C04-3809-CFEC-F572D2E5C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期中動機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125E0A-3EF4-0C58-ED23-E5EB8F53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隨著地球暖化及空氣污染</a:t>
            </a:r>
            <a:r>
              <a:rPr lang="zh-TW" altLang="zh-TW"/>
              <a:t>問題，對</a:t>
            </a:r>
            <a:r>
              <a:rPr lang="zh-TW" altLang="zh-TW" dirty="0"/>
              <a:t>即時天氣與空氣品質資訊的要求逐漸增高。透過建置台灣各地天氣與空氣品質儀表板，整合並視覺化相關公開資料，讓使用者能快速掌握各地環境狀況，提升資訊查詢效率，並作為日常生活、外出活動規劃及健康管理的重要參考依據。</a:t>
            </a:r>
          </a:p>
        </p:txBody>
      </p:sp>
    </p:spTree>
    <p:extLst>
      <p:ext uri="{BB962C8B-B14F-4D97-AF65-F5344CB8AC3E}">
        <p14:creationId xmlns:p14="http://schemas.microsoft.com/office/powerpoint/2010/main" val="768810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1C78E-4232-6403-C428-61428893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764E459-D1A6-BC55-F337-9DDE028C8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60" y="1374197"/>
            <a:ext cx="9401449" cy="531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53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1954-BCA1-6AB2-90C7-93107145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0F0C8-C895-D348-C9B6-D45A44FB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6EDD1FF-FE3B-ECF6-BC6B-054555F27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460" y="1374197"/>
            <a:ext cx="9401449" cy="531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5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332B0-06D4-E6E6-F527-86E5FBA5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0AF01-564D-D266-3C30-9A7649B8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DDC04B-3CF5-28A3-83E8-E2700C4D1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119" y="1379676"/>
            <a:ext cx="9033899" cy="511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9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8E320-3F90-30C6-4ED1-C4AE8BB5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Git</a:t>
            </a:r>
            <a:r>
              <a:rPr lang="zh-TW" altLang="en-US" dirty="0"/>
              <a:t>紀錄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84BA83A-DC64-1F62-7DDD-B2964A8E6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792" y="1825625"/>
            <a:ext cx="101584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6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E1DA6B8C3808849BAB5D62C010D59EB" ma:contentTypeVersion="3" ma:contentTypeDescription="建立新的文件。" ma:contentTypeScope="" ma:versionID="8b4197ac6f85afe69b875bcb67dba61b">
  <xsd:schema xmlns:xsd="http://www.w3.org/2001/XMLSchema" xmlns:xs="http://www.w3.org/2001/XMLSchema" xmlns:p="http://schemas.microsoft.com/office/2006/metadata/properties" xmlns:ns3="55d7ae3d-3b0d-4ed7-b602-08bd3b93a2d3" targetNamespace="http://schemas.microsoft.com/office/2006/metadata/properties" ma:root="true" ma:fieldsID="9106446db6845d690c7fc903dae398fd" ns3:_="">
    <xsd:import namespace="55d7ae3d-3b0d-4ed7-b602-08bd3b93a2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7ae3d-3b0d-4ed7-b602-08bd3b93a2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48178E-DDF6-4292-A783-41EA238433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CB38BA-8A98-4CE3-876B-82388AC89E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d7ae3d-3b0d-4ed7-b602-08bd3b93a2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FD70E3-E4B4-4093-86DA-D0ED7B4C4C6A}">
  <ds:schemaRefs>
    <ds:schemaRef ds:uri="http://purl.org/dc/terms/"/>
    <ds:schemaRef ds:uri="55d7ae3d-3b0d-4ed7-b602-08bd3b93a2d3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</Words>
  <Application>Microsoft Office PowerPoint</Application>
  <PresentationFormat>寬螢幕</PresentationFormat>
  <Paragraphs>8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台灣各地天氣與空氣品質儀表板</vt:lpstr>
      <vt:lpstr>期中動機</vt:lpstr>
      <vt:lpstr>實作截圖</vt:lpstr>
      <vt:lpstr>實作截圖</vt:lpstr>
      <vt:lpstr>實作截圖</vt:lpstr>
      <vt:lpstr>Git紀錄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日四技資管3B 張智舜</dc:creator>
  <cp:lastModifiedBy>日四技資管3B 張智舜</cp:lastModifiedBy>
  <cp:revision>2</cp:revision>
  <dcterms:created xsi:type="dcterms:W3CDTF">2026-06-24T08:29:36Z</dcterms:created>
  <dcterms:modified xsi:type="dcterms:W3CDTF">2026-06-24T08:45:42Z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0x010100CE1DA6B8C3808849BAB5D62C010D59EB</vt:lpwstr>
  </property>
</Properties>
</file>